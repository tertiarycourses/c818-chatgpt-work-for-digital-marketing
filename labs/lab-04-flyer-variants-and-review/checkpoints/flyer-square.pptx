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199985" cy="719998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9985" cy="146304"/>
          </a:xfrm>
          <a:prstGeom prst="rect">
            <a:avLst/>
          </a:prstGeom>
          <a:solidFill>
            <a:srgbClr val="B56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628558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891" b="1">
                <a:solidFill>
                  <a:srgbClr val="3F6B4A"/>
                </a:solidFill>
                <a:latin typeface="Arial"/>
              </a:rPr>
              <a:t>COOK &amp; BAKE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6285585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3783" b="1">
                <a:solidFill>
                  <a:srgbClr val="2B211B"/>
                </a:solidFill>
                <a:latin typeface="Georgia"/>
              </a:rPr>
              <a:t>Build your</a:t>
            </a:r>
          </a:p>
          <a:p>
            <a:pPr>
              <a:spcAft>
                <a:spcPts val="500"/>
              </a:spcAft>
            </a:pPr>
            <a:r>
              <a:rPr sz="3783" b="1">
                <a:solidFill>
                  <a:srgbClr val="2B211B"/>
                </a:solidFill>
                <a:latin typeface="Georgia"/>
              </a:rPr>
              <a:t>sourdough routine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34640"/>
            <a:ext cx="6285585" cy="914400"/>
          </a:xfrm>
          <a:prstGeom prst="rect">
            <a:avLst/>
          </a:prstGeom>
          <a:solidFill>
            <a:srgbClr val="3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017520"/>
            <a:ext cx="5883249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756" b="1">
                <a:solidFill>
                  <a:srgbClr val="FBF7F1"/>
                </a:solidFill>
                <a:latin typeface="Arial"/>
              </a:rPr>
              <a:t>STARTER  /  SHAPE  /  BAKE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628558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2567" b="1">
                <a:solidFill>
                  <a:srgbClr val="2B211B"/>
                </a:solidFill>
                <a:latin typeface="Georgia"/>
              </a:rPr>
              <a:t>Artisan Sourdough</a:t>
            </a:r>
          </a:p>
          <a:p>
            <a:pPr>
              <a:spcAft>
                <a:spcPts val="500"/>
              </a:spcAft>
            </a:pPr>
            <a:r>
              <a:rPr sz="2567" b="1">
                <a:solidFill>
                  <a:srgbClr val="2B211B"/>
                </a:solidFill>
                <a:latin typeface="Georgia"/>
              </a:rPr>
              <a:t>Bread Baking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6285585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756" b="0">
                <a:solidFill>
                  <a:srgbClr val="2B211B"/>
                </a:solidFill>
                <a:latin typeface="Arial"/>
              </a:rPr>
              <a:t>BAK-101 · 4 weeks · S$680</a:t>
            </a:r>
          </a:p>
          <a:p>
            <a:pPr>
              <a:spcAft>
                <a:spcPts val="500"/>
              </a:spcAft>
            </a:pPr>
            <a:r>
              <a:rPr sz="1756" b="0">
                <a:solidFill>
                  <a:srgbClr val="2B211B"/>
                </a:solidFill>
                <a:latin typeface="Arial"/>
              </a:rPr>
              <a:t>Saturday 9:30am–12:30pm</a:t>
            </a:r>
          </a:p>
          <a:p>
            <a:pPr>
              <a:spcAft>
                <a:spcPts val="500"/>
              </a:spcAft>
            </a:pPr>
            <a:r>
              <a:rPr sz="1756" b="0">
                <a:solidFill>
                  <a:srgbClr val="2B211B"/>
                </a:solidFill>
                <a:latin typeface="Arial"/>
              </a:rPr>
              <a:t>Orchard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6285585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621" b="1">
                <a:solidFill>
                  <a:srgbClr val="3F6B4A"/>
                </a:solidFill>
                <a:latin typeface="Arial"/>
              </a:rPr>
              <a:t>View course details in the demo catalogue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7297"/>
            <a:ext cx="628558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486" b="0">
                <a:solidFill>
                  <a:srgbClr val="2B211B"/>
                </a:solidFill>
                <a:latin typeface="Arial"/>
              </a:rPr>
              <a:t>Learn it. Make it. Take it further.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97065"/>
            <a:ext cx="6285585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216" b="0">
                <a:solidFill>
                  <a:srgbClr val="2B211B"/>
                </a:solidFill>
                <a:latin typeface="Arial"/>
              </a:rPr>
              <a:t>Classroom draft · Fictional teaching offer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