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328025" cy="75599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25" cy="146304"/>
          </a:xfrm>
          <a:prstGeom prst="rect">
            <a:avLst/>
          </a:prstGeom>
          <a:solidFill>
            <a:srgbClr val="B56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41362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3F6B4A"/>
                </a:solidFill>
                <a:latin typeface="Arial"/>
              </a:rPr>
              <a:t>COOK &amp; BAKE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4413625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2B211B"/>
                </a:solidFill>
                <a:latin typeface="Georgia"/>
              </a:rPr>
              <a:t>Build your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2B211B"/>
                </a:solidFill>
                <a:latin typeface="Georgia"/>
              </a:rPr>
              <a:t>sourdough 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4413625" cy="914400"/>
          </a:xfrm>
          <a:prstGeom prst="rect">
            <a:avLst/>
          </a:prstGeom>
          <a:solidFill>
            <a:srgbClr val="3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017520"/>
            <a:ext cx="4011289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BF7F1"/>
                </a:solidFill>
                <a:latin typeface="Arial"/>
              </a:rPr>
              <a:t>STARTER  /  SHAPE  /  BAKE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441362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900" b="1">
                <a:solidFill>
                  <a:srgbClr val="2B211B"/>
                </a:solidFill>
                <a:latin typeface="Georgia"/>
              </a:rPr>
              <a:t>Artisan Sourdough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B211B"/>
                </a:solidFill>
                <a:latin typeface="Georgia"/>
              </a:rPr>
              <a:t>Bread Baking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92040"/>
            <a:ext cx="4413625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11B"/>
                </a:solidFill>
                <a:latin typeface="Arial"/>
              </a:rPr>
              <a:t>BAK-101 · 4 weeks · S$680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11B"/>
                </a:solidFill>
                <a:latin typeface="Arial"/>
              </a:rPr>
              <a:t>Saturday 9:30am–12:30pm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11B"/>
                </a:solidFill>
                <a:latin typeface="Arial"/>
              </a:rPr>
              <a:t>Orchard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78656"/>
            <a:ext cx="4413625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3F6B4A"/>
                </a:solidFill>
                <a:latin typeface="Arial"/>
              </a:rPr>
              <a:t>View course details in the demo catalogue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7296"/>
            <a:ext cx="441362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B211B"/>
                </a:solidFill>
                <a:latin typeface="Arial"/>
              </a:rPr>
              <a:t>Learn it. Make it. Take it further.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057064"/>
            <a:ext cx="4413625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2B211B"/>
                </a:solidFill>
                <a:latin typeface="Arial"/>
              </a:rPr>
              <a:t>Classroom draft · Fictional teaching offer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